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0" cy="7315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PROJECT REPORT ·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ai-bongchae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뉴스 큐레이션 · 발행 시스템 아키텍처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React + Vite SPA · Node.js + Express API · Claude/Gemini/Ollama 다중 AI 엔진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Supabase · SQLite · Resend 멀티 채널 발송 · OCI 기반 PM2 운영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6035040"/>
            <a:ext cx="22860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1722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보고자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방주욱</a:t>
            </a:r>
            <a:endParaRPr lang="en-US" sz="1100" dirty="0"/>
          </a:p>
          <a:p>
            <a:pPr indent="0" marL="0">
              <a:buNone/>
            </a:pPr>
            <a:r>
              <a:rPr lang="en-US" sz="1100" spc="300" kern="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보고일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2026.05.27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한눈에 보는 프로젝트 요약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ai-bongchae는 RSS·웹 페이지에서 AI 관련 뉴스를 자동 수집하고, 다중 LLM으로 한·영 요약 후 멀티 계정 이메일로 발행하는 엔드투엔드 큐레이션 시스템입니다. 운영 안정성과 개발 편의성을 동시에 확보하기 위해 클라우드(Supabase)와 로컬(SQLite)을 이중화했으며, OCI 서버에서 PM2로 상시 운영합니다.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2C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743200"/>
            <a:ext cx="269748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92608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640080" y="3977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엔진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4343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Claude · Gemini · Ollama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19272" y="2743200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2C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19272" y="2743200"/>
            <a:ext cx="269748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0712" y="292608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3502152" y="3977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 API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02152" y="4343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추출·요약·발행·이메일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81344" y="2743200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2C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81344" y="2743200"/>
            <a:ext cx="269748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72784" y="292608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6364224" y="3977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저장소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64224" y="4343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Supabase + SQLite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43416" y="2743200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2C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43416" y="2743200"/>
            <a:ext cx="269748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34856" y="292608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600" dirty="0"/>
          </a:p>
        </p:txBody>
      </p:sp>
      <p:sp>
        <p:nvSpPr>
          <p:cNvPr id="23" name="Text 21"/>
          <p:cNvSpPr/>
          <p:nvPr/>
        </p:nvSpPr>
        <p:spPr>
          <a:xfrm>
            <a:off x="9226296" y="3977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발송 채널 (Resend)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226296" y="4343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멀티 계정 분산 발송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5074920"/>
            <a:ext cx="11247120" cy="1097280"/>
          </a:xfrm>
          <a:prstGeom prst="rect">
            <a:avLst/>
          </a:prstGeom>
          <a:solidFill>
            <a:srgbClr val="F4ECDF"/>
          </a:solidFill>
          <a:ln w="12700">
            <a:solidFill>
              <a:srgbClr val="D6B97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2120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핵심 가치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54864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수집 → 요약 → 검수 → 발행을 한 화면에서 처리하는 운영자 1인 워크플로우 구축.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비용/품질을 엔진별로 분산해 리스크를 줄이고, 발송 한도도 다계정으로 분산.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ai-bongchae · 시스템 아키텍처 보고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시스템 구성도</a:t>
            </a:r>
            <a:endParaRPr lang="en-US" sz="3200" dirty="0"/>
          </a:p>
        </p:txBody>
      </p:sp>
      <p:pic>
        <p:nvPicPr>
          <p:cNvPr id="4" name="Image 0" descr="/sessions/great-ecstatic-goodall/mnt/outputs/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8249" y="1371600"/>
            <a:ext cx="6485021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Client(SPA) → API(Express) → AI/Data/External 3-Tier 구조. PPT Extractor는 독립 도구로 캡처 결과를 업로드 경로로 간접 연동.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ai-bongchae · 시스템 아키텍처 보고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 구성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6271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2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73152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00200"/>
            <a:ext cx="326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3261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React 19 + Vite 8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framer-motion · lucide-react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html2canvas · pptxgenjs · xlsx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Supabase JS Client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67200" y="1417320"/>
            <a:ext cx="36271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2C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67200" y="1417320"/>
            <a:ext cx="73152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1520" y="1600200"/>
            <a:ext cx="326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41520" y="2103120"/>
            <a:ext cx="3261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Node.js + Express 4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axios + cheerio (스크래핑)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rss-parser (RSS 수집)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sharp (이미지 처리)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77200" y="1417320"/>
            <a:ext cx="36271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2C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77200" y="1417320"/>
            <a:ext cx="73152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51520" y="1600200"/>
            <a:ext cx="326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51520" y="2103120"/>
            <a:ext cx="3261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Anthropic Claude SDK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Google Gemini SDK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Ollama Qwen 2.5 (로컬)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엔진 전환식 호출 라우팅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36271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2C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886200"/>
            <a:ext cx="73152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069080"/>
            <a:ext cx="326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31520" y="4572000"/>
            <a:ext cx="3261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Supabase (운영 DB)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SQLite better-sqlite3 (개발)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ai-bongchae · ai_news_publish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URL Unique Index 중복 방지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67200" y="3886200"/>
            <a:ext cx="36271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2C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67200" y="3886200"/>
            <a:ext cx="73152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41520" y="4069080"/>
            <a:ext cx="326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541520" y="4572000"/>
            <a:ext cx="3261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Resend 멀티 계정 발송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iconv-lite · jschardet (인코딩)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PPT/Excel/이메일 산출물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이미지 캡처 업로드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77200" y="3886200"/>
            <a:ext cx="36271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2C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77200" y="3886200"/>
            <a:ext cx="73152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51520" y="4069080"/>
            <a:ext cx="326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351520" y="4572000"/>
            <a:ext cx="3261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OCI 클라우드 서버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PM2 프로세스 매니저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Cloudflared 터널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deploy.sh 자동 배포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ai-bongchae · 시스템 아키텍처 보고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/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API &amp; DATA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 API 및 데이터 흐름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API 엔드포인트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58521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194560"/>
                <a:gridCol w="27432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METHOD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PATH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DESCRIPTION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POST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/api/extract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URL → 본문 추출 (cheerio)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POST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/api/summarize-text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AI 엔진별 요약·번역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GET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/api/news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뉴스 목록 조회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POST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/api/news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뉴스 카드 등록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PUT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/api/news/:id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뉴스 카드 수정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DELETE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/api/news/:id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뉴스 카드 삭제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POST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/api/news/:id/like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좋아요 카운트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GET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/api/rss-feeds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RSS 피드 목록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GET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/api/rss/:id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RSS 항목 조회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POST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/api/publish-news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발행 처리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POST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/api/send-email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Resend 멀티 발송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58368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워크플로우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583680" y="196596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315200" y="1874520"/>
            <a:ext cx="4389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2C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0" y="19476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498080" y="22219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RSS · 웹 페이지에서 후보 뉴스 자동 탐색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583680" y="2807208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0" y="2807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315200" y="2715768"/>
            <a:ext cx="4389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2C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0" y="27889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추출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498080" y="3063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URL → 본문 텍스트 + 대표 이미지 추출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583680" y="3648456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83680" y="3648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7315200" y="3557016"/>
            <a:ext cx="4389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2C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98080" y="36301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요약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498080" y="39044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Claude / Gemini / Qwen 한·영 요약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583680" y="4489704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0" y="44897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7315200" y="4398264"/>
            <a:ext cx="4389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2C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498080" y="447141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검수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498080" y="474573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운영자가 카드 단위로 편집 · 좋아요 · 캡처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583680" y="5330952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583680" y="5330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7315200" y="5239512"/>
            <a:ext cx="4389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2C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498080" y="531266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발행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7498080" y="558698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Supabase 저장 + Resend 멀티 계정 이메일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ai-bongchae · 시스템 아키텍처 보고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/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ENGINE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 AI 엔진 운용 전략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단일 모델 의존을 피하고 비용 · 품질 · 오프라인 가용성을 동시에 확보하기 위해 3가지 LLM을 병행 사용합니다.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3611880" cy="4023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3774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Anthropic · Premium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3474720"/>
            <a:ext cx="73152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6118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역할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고품질 요약 · 번역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4348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강점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470916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복잡한 기사 정밀 요약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한국어 자연스러움 우수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장문 컨텍스트 안정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74820" y="2103120"/>
            <a:ext cx="36118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2C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49140" y="23774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549140" y="30175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Google · Balanced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49140" y="3474720"/>
            <a:ext cx="7315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49140" y="36118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역할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49140" y="3886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범용 요약 · 비용 절감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49140" y="44348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강점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49140" y="470916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일반 기사 빠른 처리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이미지/멀티모달 확장 여지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발행 일상 워크로드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92440" y="2103120"/>
            <a:ext cx="36118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2C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66760" y="23774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2.5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8366760" y="30175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Ollama · Local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366760" y="3474720"/>
            <a:ext cx="7315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66760" y="36118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역할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66760" y="3886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로컬·오프라인 폴백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66760" y="44348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강점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366760" y="470916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외부 API 장애 시 폴백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민감 콘텐츠 사내 처리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추가 비용 0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ai-bongchae · 시스템 아키텍처 보고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DEPLOYMENT &amp; 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 · 운영 환경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 파이프라인 (deploy.sh)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2148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2C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20240"/>
            <a:ext cx="214884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1031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4231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main 동기화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15184" y="2377440"/>
            <a:ext cx="118872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43200" y="1920240"/>
            <a:ext cx="2148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2C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1920240"/>
            <a:ext cx="214884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0360" y="21031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80360" y="24231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의존성 설치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01184" y="2377440"/>
            <a:ext cx="118872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29200" y="1920240"/>
            <a:ext cx="2148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2C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0" y="1920240"/>
            <a:ext cx="214884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21031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build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66360" y="24231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Vite 프론트 빌드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87184" y="2377440"/>
            <a:ext cx="118872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315200" y="1920240"/>
            <a:ext cx="2148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2C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1920240"/>
            <a:ext cx="214884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21031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pm2 restart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52360" y="24231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ai-bongchae 재시작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73184" y="2377440"/>
            <a:ext cx="118872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601200" y="1920240"/>
            <a:ext cx="2148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2C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01200" y="1920240"/>
            <a:ext cx="214884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38360" y="21031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pm2 save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738360" y="24231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상태 영속화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246120"/>
            <a:ext cx="3749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2C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246120"/>
            <a:ext cx="73152" cy="1508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3383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호스팅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31520" y="37947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Oracle Cloud Infrastructure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152.69.239.188 : 3000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PM2 무중단 운영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297680" y="3246120"/>
            <a:ext cx="3749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2C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97680" y="3246120"/>
            <a:ext cx="73152" cy="1508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3383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노출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572000" y="37947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Cloudflared 터널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HTTPS 자동 발급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고정 도메인 매핑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138160" y="3246120"/>
            <a:ext cx="3749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2C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38160" y="3246120"/>
            <a:ext cx="73152" cy="1508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12480" y="3383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환경 분리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412480" y="37947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USE_LOCAL_DB=true (개발)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Supabase 운영 DB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Resend 다계정 환경변수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7200" y="4983480"/>
            <a:ext cx="11247120" cy="1188720"/>
          </a:xfrm>
          <a:prstGeom prst="rect">
            <a:avLst/>
          </a:prstGeom>
          <a:solidFill>
            <a:srgbClr val="F4ECDF"/>
          </a:solidFill>
          <a:ln w="12700">
            <a:solidFill>
              <a:srgbClr val="D6B97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5120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운영 안정성 포인트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31520" y="539496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Zero-Downtime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PM2 graceful restart으로 무중단 배포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Fail-safe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운영 DB 장애 시 USE_LOCAL_DB로 즉시 폴백 가능, AI도 3엔진 중 가용 엔진 자동 선택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Secret 관리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.env로 API 키 일원화, 발송 계정 키는 RESEND_ACCOUNT_N_KEY 단위로 격리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ai-bongchae · 시스템 아키텍처 보고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0" cy="7315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성과 요약 &amp; 향후 계획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주요 성과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5303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수집·요약·발행 일원화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운영자 1명이 전 단계 수행 가능한 단일 UI 완성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엔진 멀티 운용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Claude · Gemini · Qwen 3엔진 라우팅으로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비용·품질·가용성 동시 확보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운영 환경 안정화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OCI + PM2 + Cloudflared 기반 상시 가동,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deploy.sh 1-command 배포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0" y="21031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향후 계획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0" y="2423160"/>
            <a:ext cx="5303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발행 채널 확장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사내 메일 + 슬랙·노션 자동 게시 연동 검토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품질 메트릭 도입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엔진별 요약 품질·실패율 대시보드,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A/B 라우팅 자동화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PPT Extractor 통합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독립 Python 도구를 백엔드 캡처 API로 본격 연동,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1-click 카드화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방주욱 · 2026.05.27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Samsung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ai-bongchae 시스템 아키텍처 보고</dc:title>
  <dc:subject>PptxGenJS Presentation</dc:subject>
  <dc:creator>방주욱</dc:creator>
  <cp:lastModifiedBy>방주욱</cp:lastModifiedBy>
  <cp:revision>1</cp:revision>
  <dcterms:created xsi:type="dcterms:W3CDTF">2026-05-27T06:54:08Z</dcterms:created>
  <dcterms:modified xsi:type="dcterms:W3CDTF">2026-05-27T06:54:08Z</dcterms:modified>
</cp:coreProperties>
</file>